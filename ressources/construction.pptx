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1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20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511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36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97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22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6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29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97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88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17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8BF2F-C8EF-4C8C-817B-686F0EA0CCB6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4A5FF-C7C0-4026-B873-07D971BB56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625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444" y="0"/>
            <a:ext cx="10287000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409" y="1756375"/>
            <a:ext cx="1171069" cy="965509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898601" y="215153"/>
            <a:ext cx="7438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dirty="0" smtClean="0">
                <a:solidFill>
                  <a:schemeClr val="bg1"/>
                </a:solidFill>
                <a:latin typeface="Brush Script MT" panose="03060802040406070304" pitchFamily="66" charset="0"/>
              </a:rPr>
              <a:t>Hermann &amp; Christelle</a:t>
            </a:r>
            <a:endParaRPr lang="fr-FR" sz="7200" dirty="0"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548635" y="3228945"/>
            <a:ext cx="1776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Bahnschrift SemiLight Condensed" panose="020B0502040204020203" pitchFamily="34" charset="0"/>
              </a:rPr>
              <a:t>04.07.2026</a:t>
            </a:r>
            <a:endParaRPr lang="fr-FR" sz="2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83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026" y="464596"/>
            <a:ext cx="9106248" cy="53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152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</Words>
  <Application>Microsoft Office PowerPoint</Application>
  <PresentationFormat>Grand écran</PresentationFormat>
  <Paragraphs>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Bahnschrift SemiLight Condensed</vt:lpstr>
      <vt:lpstr>Brush Script MT</vt:lpstr>
      <vt:lpstr>Calibri</vt:lpstr>
      <vt:lpstr>Calibri Light</vt:lpstr>
      <vt:lpstr>Thème Office</vt:lpstr>
      <vt:lpstr>Présentation PowerPoint</vt:lpstr>
      <vt:lpstr>Présentation PowerPoint</vt:lpstr>
    </vt:vector>
  </TitlesOfParts>
  <Company>Expertise France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Habib Daniel KARAMOKO</dc:creator>
  <cp:lastModifiedBy>Habib Daniel KARAMOKO</cp:lastModifiedBy>
  <cp:revision>1</cp:revision>
  <dcterms:created xsi:type="dcterms:W3CDTF">2026-05-22T14:02:09Z</dcterms:created>
  <dcterms:modified xsi:type="dcterms:W3CDTF">2026-05-22T14:10:38Z</dcterms:modified>
</cp:coreProperties>
</file>